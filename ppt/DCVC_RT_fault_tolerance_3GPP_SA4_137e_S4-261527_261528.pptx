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8568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Microsoft YaHei"/>
              </a:rPr>
              <a:t>DCVC-RT 容错：latent 分层传输与渐进质量退化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482400"/>
            <a:ext cx="889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基于 3GPP SA4#137-e S4-261527/261528：neural video/image codec 作为 LLM/MLLM intermediate data 的传输对象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60000" y="198000"/>
            <a:ext cx="2448000" cy="324000"/>
          </a:xfrm>
          <a:prstGeom prst="roundRect">
            <a:avLst>
              <a:gd name="adj" fmla="val 8000"/>
            </a:avLst>
          </a:prstGeom>
          <a:solidFill>
            <a:srgbClr val="7F1D1D"/>
          </a:solidFill>
          <a:ln w="762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FS_6G_MED / TR 26.870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774000"/>
            <a:ext cx="3600000" cy="198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1E3A8A"/>
                </a:solidFill>
                <a:latin typeface="Microsoft YaHei"/>
              </a:rPr>
              <a:t>1. DCVC-RT Intermediate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6000" y="774000"/>
            <a:ext cx="3654000" cy="198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14532D"/>
                </a:solidFill>
                <a:latin typeface="Microsoft YaHei"/>
              </a:rPr>
              <a:t>2. Fault-Tolerance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6000" y="774000"/>
            <a:ext cx="3960000" cy="198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92400E"/>
                </a:solidFill>
                <a:latin typeface="Microsoft YaHei"/>
              </a:rPr>
              <a:t>3. Transport Design Implications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62000"/>
            <a:ext cx="3600000" cy="827999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E3A8A"/>
                </a:solidFill>
                <a:latin typeface="Microsoft YaHei"/>
              </a:rPr>
              <a:t>Why DCVC-RT is relevant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Representative neural codec for intermediate data transfer to LLM/MLLM workflows.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Reported as ~21% bitrate saving vs H.266/VTM for 1080p video; ~385 GMAC/frame enables 1080p30 on recent mobile SoCs.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Produces continuous intermediate data: hyper-latent Zt plus main-latent slices y0..y3, decoded cumulatively.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023200"/>
            <a:ext cx="3600000" cy="774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E3A8A"/>
                </a:solidFill>
                <a:latin typeface="Microsoft YaHei"/>
              </a:rPr>
              <a:t>Dependency graph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Zt is mandatory side information for reconstruction.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y0..y3 refine quality progressively; each later slice depends on successful availability of earlier slices.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Loss of yn prevents yn+1, yn+2... from contributing to quality improvement.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999" y="2970000"/>
            <a:ext cx="522000" cy="295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00" b="1">
                <a:solidFill>
                  <a:srgbClr val="991B1B"/>
                </a:solidFill>
                <a:latin typeface="Microsoft YaHei"/>
              </a:rPr>
              <a:t>Zt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3200" y="3117600"/>
            <a:ext cx="136800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8000" y="2970000"/>
            <a:ext cx="522000" cy="295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00" b="1">
                <a:solidFill>
                  <a:srgbClr val="1E3A8A"/>
                </a:solidFill>
                <a:latin typeface="Microsoft YaHei"/>
              </a:rPr>
              <a:t>y0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27199" y="3117600"/>
            <a:ext cx="136801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781999" y="2970000"/>
            <a:ext cx="522000" cy="295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00" b="1">
                <a:solidFill>
                  <a:srgbClr val="1E3A8A"/>
                </a:solidFill>
                <a:latin typeface="Microsoft YaHei"/>
              </a:rPr>
              <a:t>y1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11200" y="3117600"/>
            <a:ext cx="136800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66000" y="2970000"/>
            <a:ext cx="522000" cy="295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00" b="1">
                <a:solidFill>
                  <a:srgbClr val="1E3A8A"/>
                </a:solidFill>
                <a:latin typeface="Microsoft YaHei"/>
              </a:rPr>
              <a:t>y2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95200" y="3117600"/>
            <a:ext cx="136799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50000" y="2970000"/>
            <a:ext cx="522000" cy="295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00" b="1">
                <a:solidFill>
                  <a:srgbClr val="1E3A8A"/>
                </a:solidFill>
                <a:latin typeface="Microsoft YaHei"/>
              </a:rPr>
              <a:t>y3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000" y="3366000"/>
            <a:ext cx="3528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0">
                <a:solidFill>
                  <a:srgbClr val="334155"/>
                </a:solidFill>
                <a:latin typeface="Microsoft YaHei"/>
              </a:rPr>
              <a:t>容错不是均匀保护问题，而是有强优先级和顺序依赖的 layered protection 问题。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086000" y="1062000"/>
          <a:ext cx="3654000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500"/>
                <a:gridCol w="913500"/>
                <a:gridCol w="913500"/>
                <a:gridCol w="913500"/>
              </a:tblGrid>
              <a:tr h="174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Reconstruction set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Data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PSNR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Interpretation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Zt only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3.1%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21.45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coarse base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Zt+y0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32.1%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25.82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major gain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Zt+y0+y1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56.6%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28.93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near 30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Zt+y0+y1+y2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79.1%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32.61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passes 30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all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39.83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full quality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086000" y="2239200"/>
            <a:ext cx="3654000" cy="63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4532D"/>
                </a:solidFill>
                <a:latin typeface="Microsoft YaHei"/>
              </a:rPr>
              <a:t>Experiment 1: progressive add-back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Dropping main latent and adding y0..y3 back shows monotonic quality refinement.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A 30 dB operating point may be reached before all latent slices are delivered, depending on content complexity.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086000" y="3006000"/>
          <a:ext cx="3654000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500"/>
                <a:gridCol w="913500"/>
                <a:gridCol w="913500"/>
                <a:gridCol w="913500"/>
              </a:tblGrid>
              <a:tr h="174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Loss case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Remaining data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PSNR / result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Fault impact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drop Zt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89.8%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9.67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cannot reconstruct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Zt only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10.3%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27.79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base image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Zt+y0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38.9%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32.74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30 dB target ok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Zt+y0+y1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62.1%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36.19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enhanced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all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44.70 dB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reference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086000" y="4183199"/>
            <a:ext cx="3654000" cy="468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4532D"/>
                </a:solidFill>
                <a:latin typeface="Microsoft YaHei"/>
              </a:rPr>
              <a:t>Experiment 2: intentional latent loss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Zt loss is catastrophic even with most bytes present; later y-slice loss causes graceful but content-dependent degradation.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6000" y="1062000"/>
            <a:ext cx="3960000" cy="720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Unequal error protection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Protect Zt with strongest reliability: duplication, HARQ priority, FEC, or lower PER QoS flow.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Protect y0 next; later y slices can tolerate higher loss if application accepts lower reconstruction quality.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6000" y="1872000"/>
            <a:ext cx="3960000" cy="720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Progressive delivery policy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Transmit base dependency chain first: Zt -&gt; y0 -&gt; y1 -&gt; y2 -&gt; y3.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Allow early decode or partial decode once use-case PSNR/MLLM utility target is met.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6000" y="2682000"/>
            <a:ext cx="3960000" cy="720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Packetization semantics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Network packets should expose latent slice identity and dependency order to enable selective retransmission/prioritization.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A missing earlier slice wastes transmission of dependent later slices unless decoder has explicit recovery logic.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6000" y="3491999"/>
            <a:ext cx="3960000" cy="720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Standardization questions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Study exact role/count of latent components: decode-pipelining vs progressive-quality refinement.</a:t>
            </a:r>
          </a:p>
          <a:p>
            <a:pPr>
              <a:spcBef>
                <a:spcPts val="200"/>
              </a:spcBef>
              <a:defRPr sz="835">
                <a:solidFill>
                  <a:srgbClr val="334155"/>
                </a:solidFill>
                <a:latin typeface="Microsoft YaHei"/>
              </a:defRPr>
            </a:pPr>
            <a:r>
              <a:t>Define graceful degradation metrics beyond PSNR, including downstream LLM/MLLM task accuracy.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000" y="4806000"/>
            <a:ext cx="11466000" cy="1386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64800"/>
          <a:lstStyle/>
          <a:p>
            <a:pPr algn="ctr"/>
            <a:r>
              <a:rPr sz="1100" b="1">
                <a:solidFill>
                  <a:srgbClr val="BAE6FD"/>
                </a:solidFill>
                <a:latin typeface="Aptos"/>
              </a:rPr>
              <a:t>Technical takeaway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DCVC-RT intermediate data has a non-uniform value structure: a small hyper-latent can dominate decodability, while main-latent slices provide scalable refinement.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容错策略应从 byte-level 均匀保护转为 dependency-aware protection：Zt catastrophic loss, y-slice graceful degradation, later slices conditional on earlier delivery.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For 6G-MED, the useful abstraction is a layered AI representation stream with per-layer importance, dependency metadata, and content/use-case-specific minimum quality thresholds.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" y="6408000"/>
            <a:ext cx="1144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25" b="0">
                <a:solidFill>
                  <a:srgbClr val="64748B"/>
                </a:solidFill>
                <a:latin typeface="Aptos"/>
              </a:rPr>
              <a:t>Sources: 3GPP SA4#137-e S4-261527.zip and S4-261528.zip | DCVC-RT progressive reconstruction experiments and TR 26.870 pCR text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03199" y="756000"/>
            <a:ext cx="0" cy="3924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83200" y="756000"/>
            <a:ext cx="0" cy="3924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