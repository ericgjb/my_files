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882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Microsoft YaHei"/>
              </a:rPr>
              <a:t>AI traffic 模型：从实测流量到可合成/可标准化参数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8000" y="486000"/>
            <a:ext cx="8640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Microsoft YaHei"/>
              </a:rPr>
              <a:t>基于 3GPP SA4#137-e S4-261447 与 S4-261780：packet-level 统计建模 + real-time media AI 参数化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8000" y="198000"/>
            <a:ext cx="2304000" cy="3240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762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4400" bIns="14400"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TR 26.870 / 6G-MED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774000"/>
            <a:ext cx="3636000" cy="198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4400" bIns="14400" wrap="square">
            <a:normAutofit/>
          </a:bodyPr>
          <a:lstStyle/>
          <a:p>
            <a:pPr algn="ctr"/>
            <a:r>
              <a:rPr sz="860" b="1">
                <a:solidFill>
                  <a:srgbClr val="1E3A8A"/>
                </a:solidFill>
                <a:latin typeface="Microsoft YaHei"/>
              </a:rPr>
              <a:t>S4-261447: Synthetic Traffic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58000" y="774000"/>
            <a:ext cx="3636000" cy="198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4400" bIns="14400" wrap="square">
            <a:normAutofit/>
          </a:bodyPr>
          <a:lstStyle/>
          <a:p>
            <a:pPr algn="ctr"/>
            <a:r>
              <a:rPr sz="860" b="1">
                <a:solidFill>
                  <a:srgbClr val="14532D"/>
                </a:solidFill>
                <a:latin typeface="Microsoft YaHei"/>
              </a:rPr>
              <a:t>S4-261780: 可标准化参数实例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6000" y="774000"/>
            <a:ext cx="3870000" cy="198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4400" bIns="14400" wrap="square">
            <a:normAutofit/>
          </a:bodyPr>
          <a:lstStyle/>
          <a:p>
            <a:pPr algn="ctr"/>
            <a:r>
              <a:rPr sz="860" b="1">
                <a:solidFill>
                  <a:srgbClr val="92400E"/>
                </a:solidFill>
                <a:latin typeface="Microsoft YaHei"/>
              </a:rPr>
              <a:t>工程含义：RAN/6G AI traffic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062000"/>
            <a:ext cx="1080000" cy="4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Microsoft YaHei"/>
              </a:rPr>
              <a:t>输入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PCAP + session logs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按会话窗口切流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58000" y="1288800"/>
            <a:ext cx="287999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64000" y="1062000"/>
            <a:ext cx="1080000" cy="4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Microsoft YaHei"/>
              </a:rPr>
              <a:t>编码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size/IAT: 65 log bins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direction + flow length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62000" y="1288800"/>
            <a:ext cx="288000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68000" y="1062000"/>
            <a:ext cx="846000" cy="4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Microsoft YaHei"/>
              </a:rPr>
              <a:t>输出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bytes, IAT, dir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per category 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1638000"/>
            <a:ext cx="1134000" cy="774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Microsoft YaHei"/>
              </a:rPr>
              <a:t>Order-0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独立抽样边际分布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最稳但无时序记忆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适合基线/轻量仿真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0000" y="1638000"/>
            <a:ext cx="1134000" cy="774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Microsoft YaHei"/>
              </a:rPr>
              <a:t>Order-1 Markov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按前一状态转移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保留短程相关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稀疏状态回退边际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000" y="1638000"/>
            <a:ext cx="1134000" cy="774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Microsoft YaHei"/>
              </a:rPr>
              <a:t>Conditional VAE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RNN encoder/decoder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category-conditioned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更好拟合 flow-level 联合统计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2538000"/>
          <a:ext cx="3654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000"/>
                <a:gridCol w="609000"/>
                <a:gridCol w="609000"/>
                <a:gridCol w="609000"/>
                <a:gridCol w="609000"/>
                <a:gridCol w="609000"/>
              </a:tblGrid>
              <a:tr h="18000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Generator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size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IAT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len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dir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bytes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CVAE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0.152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0.142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0.314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0.231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0.367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M0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0.134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0.142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0.331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0.286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0.513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M1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0.131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0.136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0.331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0.284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0.477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78000" y="3294000"/>
            <a:ext cx="3600000" cy="34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0">
                <a:solidFill>
                  <a:srgbClr val="334155"/>
                </a:solidFill>
                <a:latin typeface="Microsoft YaHei"/>
              </a:rPr>
              <a:t>评价：每类至少 512 条 synthetic flows；KS 越低越好。边际分布 M1 略优，flow length / UL fraction / total bytes 等联合统计 CVAE 更优。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58000" y="1062000"/>
            <a:ext cx="3636000" cy="1134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01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50" b="1">
                <a:solidFill>
                  <a:srgbClr val="14532D"/>
                </a:solidFill>
                <a:latin typeface="Microsoft YaHei"/>
              </a:rPr>
              <a:t>实时视频理解 UL：near-CBR tokenized video over WebRTC/RTP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P = 500 ms 固定到达，实测 mean 499.9 ms / std 4.6 ms / P5-P95 493.8-505.0 ms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每帧 1024 tokens x 2 B = 2048 B；RTP/UDP 分片 1140 B + 1020 B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S = 17,280 bits，R = S/P = 34.6 kbps per session；RTCP 开销约 token data 2.2%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58000" y="2322000"/>
            <a:ext cx="3636000" cy="1134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01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50" b="1">
                <a:solidFill>
                  <a:srgbClr val="14532D"/>
                </a:solidFill>
                <a:latin typeface="Microsoft YaHei"/>
              </a:rPr>
              <a:t>实时音频 DL：quasi-periodic burst source over WSS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E ~ N(μ=50 ms, σ=32 ms)，截断 [0, 268] ms；1678 个 inter-arrival samples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B ~ N(μ=10.2 KB, σ=3.8 KB)，截断 [0.2 KB, 14.2 KB]；1708 个 delta events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D ~ N(μ=0.9 ms, σ=0.8 ms)，截断 [0, 3.9] ms；peak ~88.6 Mbps，avg ~1.6 Mbps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158000" y="3618000"/>
          <a:ext cx="3636000" cy="84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000"/>
                <a:gridCol w="909000"/>
                <a:gridCol w="909000"/>
                <a:gridCol w="909000"/>
              </a:tblGrid>
              <a:tr h="16920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主导方向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形态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UL/DL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</a:tr>
              <a:tr h="169200"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RT video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UL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2 fps 固定 token 帧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5-7x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9200"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NRT video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UL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base64 video upload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~300x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9200"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chat streaming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DL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SSE chunks + overhead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~0.03x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9200"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reasoning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DL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大 reasoning/response stream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~0.017x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956000" y="1062000"/>
            <a:ext cx="3870000" cy="810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50" b="1">
                <a:solidFill>
                  <a:srgbClr val="9A3412"/>
                </a:solidFill>
                <a:latin typeface="Microsoft YaHei"/>
              </a:rPr>
              <a:t>1. 不宜用单一“AI 流量”模型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不同 modality/transport 产生相反不对称性：UL-heavy video vs DL-heavy streaming/reasoning。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建议按 category + modality + transport 分层建模，再聚合业务 mix。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6000" y="1962000"/>
            <a:ext cx="3870000" cy="810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50" b="1">
                <a:solidFill>
                  <a:srgbClr val="9A3412"/>
                </a:solidFill>
                <a:latin typeface="Microsoft YaHei"/>
              </a:rPr>
              <a:t>2. 需要同时保留 packet-level 与 flow-level 统计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size/IAT 边际不足以描述资源占用；flow length、duration、UL fraction、total bytes 决定调度压力。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CVAE 更适合生成联合统计；Markov 模型适合透明、可解释的基线。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6000" y="2862000"/>
            <a:ext cx="3870000" cy="810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50" b="1">
                <a:solidFill>
                  <a:srgbClr val="9A3412"/>
                </a:solidFill>
                <a:latin typeface="Microsoft YaHei"/>
              </a:rPr>
              <a:t>3. 对空口设计的直接指标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RT audio 平均速率不高，但 0.9 ms burst 内峰值约 88.6 Mbps，考验短时调度与 buffer。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RT video UL near-CBR 更适合 PDB/PER 分析；文档指出 lost token 1% 开始影响精度。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6000" y="3761999"/>
            <a:ext cx="3870000" cy="702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50" b="1">
                <a:solidFill>
                  <a:srgbClr val="9A3412"/>
                </a:solidFill>
                <a:latin typeface="Microsoft YaHei"/>
              </a:rPr>
              <a:t>4. 标准化建议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在 TR 26.870 中记录：数据集构建、clean profile 训练、bin codec、generator、KS 指标及每类样本量。</a:t>
            </a:r>
          </a:p>
          <a:p>
            <a:pPr>
              <a:spcBef>
                <a:spcPts val="200"/>
              </a:spcBef>
              <a:defRPr sz="880">
                <a:solidFill>
                  <a:srgbClr val="374151"/>
                </a:solidFill>
                <a:latin typeface="Microsoft YaHei"/>
              </a:defRPr>
            </a:pPr>
            <a:r>
              <a:t>对 RT video/audio 先采用参数模型；对混合 AI 服务采用 synthetic generator 回放。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" y="6426000"/>
            <a:ext cx="1144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40" b="0">
                <a:solidFill>
                  <a:srgbClr val="64748B"/>
                </a:solidFill>
                <a:latin typeface="Aptos"/>
              </a:rPr>
              <a:t>Sources: 3GPP SA4#137-e S4-261447.zip, S4-261780.zip | Key metrics: KS statistic, packet size/IAT, flow length, UL fraction, total bytes, duration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75200" y="756000"/>
            <a:ext cx="0" cy="556200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73200" y="756000"/>
            <a:ext cx="0" cy="556200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